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Em relação à calculadoras de arbitragem existentes, de 10 calculadoras analisadas, 7 não oferecem arredondamento para números inteiros. Das três que oferecem, duas arredondam para o inteiro mais próximo, podendo violar a restrição de garantir lucros mínimos por meio do arredondamento da solução do PL relaxado e uma arredonda para cima, podendo violar a restrição de montante disponível para apostas.
- Nenhuma das calculadoras aceita um número grande de eventos disjuntos, sendo a maioria restrita a três eventos.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Arbitragem de Apostas Esportivas Como um Problema de Programação Linear Inteira</dc:title>
  <dc:subject>PptxGenJS Presentation</dc:subject>
  <dc:creator>Created by Marp</dc:creator>
  <cp:lastModifiedBy>Created by Marp</cp:lastModifiedBy>
  <cp:revision>1</cp:revision>
  <dcterms:created xsi:type="dcterms:W3CDTF">2025-10-17T21:38:05Z</dcterms:created>
  <dcterms:modified xsi:type="dcterms:W3CDTF">2025-10-17T21:38:05Z</dcterms:modified>
</cp:coreProperties>
</file>